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SALES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diagnosis of revenue, profitability, and customer value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Tableau Sample Superstore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128016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Portfolio Project  |  Python  ·  SQL  ·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Business 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25400">
            <a:solidFill>
              <a:srgbClr val="C73E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3E1D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Superstore generates over $2.3M in revenue but keeps only a 12.5% profit margin. Leadership cannot see which regions, products, or discount practices are quietly destroying profit.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The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6280" y="21488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Build an end-to-end analytics pipeline -- cleaning, SQL modeling, and a Power BI executive dashboard -- that pinpoints exactly where profit is won and lost, and what to do about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25400">
            <a:solidFill>
              <a:srgbClr val="3AA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6A0"/>
                </a:solidFill>
              </a:rPr>
              <a:t>The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21488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</a:rPr>
              <a:t>Python for cleaning &amp; feature engineering, MySQL for interview-grade analytical queries, Power BI for an interactive executive dashboard, all built on one verified source of truth.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Tableau Sample Superstore — real order-level retail data, 2018-2021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556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9,994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Order Line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7556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5,009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51960" y="23957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Unique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7556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793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55280" y="23957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10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1,862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39502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Products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320040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310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51960" y="39502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Sheets: Orders, People, Returns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20040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310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955280" y="39502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Years of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21 columns per order line: Order/Ship dates, Ship Mode, Customer, Segment, Region, Product hierarchy, Sales, Quantity, Discount, Profit.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System Architecture</a:t>
            </a:r>
            <a:endParaRPr lang="en-US" sz="2600" dirty="0"/>
          </a:p>
        </p:txBody>
      </p:sp>
      <p:pic>
        <p:nvPicPr>
          <p:cNvPr id="3" name="Image 0" descr="/home/claude/Ecommerce-Sales-Analytics/presentation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1247120" cy="501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Analytics Workflow</a:t>
            </a:r>
            <a:endParaRPr lang="en-US" sz="2600" dirty="0"/>
          </a:p>
        </p:txBody>
      </p:sp>
      <p:pic>
        <p:nvPicPr>
          <p:cNvPr id="3" name="Image 0" descr="/home/claude/Ecommerce-Sales-Analytics/presentation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10332720" cy="269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Every stage is a standalone, testable Python module in src/ -- no notebook-only logic.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Top Selling Products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Revenue leaders by total sales</a:t>
            </a:r>
            <a:endParaRPr lang="en-US" sz="1300" dirty="0"/>
          </a:p>
        </p:txBody>
      </p:sp>
      <p:pic>
        <p:nvPicPr>
          <p:cNvPr id="4" name="Image 0" descr="/home/claude/Ecommerce-Sales-Analytics/images/top_selling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Regional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Revenue and profit margin by region</a:t>
            </a:r>
            <a:endParaRPr lang="en-US" sz="1300" dirty="0"/>
          </a:p>
        </p:txBody>
      </p:sp>
      <p:pic>
        <p:nvPicPr>
          <p:cNvPr id="4" name="Image 0" descr="/home/claude/Ecommerce-Sales-Analytics/images/regional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Category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Sales vs. profit by category</a:t>
            </a:r>
            <a:endParaRPr lang="en-US" sz="1300" dirty="0"/>
          </a:p>
        </p:txBody>
      </p:sp>
      <p:pic>
        <p:nvPicPr>
          <p:cNvPr id="4" name="Image 0" descr="/home/claude/Ecommerce-Sales-Analytics/images/category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Monthly Trend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Seasonality in revenue and profit, 2018-2021</a:t>
            </a:r>
            <a:endParaRPr lang="en-US" sz="1300" dirty="0"/>
          </a:p>
        </p:txBody>
      </p:sp>
      <p:pic>
        <p:nvPicPr>
          <p:cNvPr id="4" name="Image 0" descr="/home/claude/Ecommerce-Sales-Analytics/images/monthly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Discount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How discount depth erodes profit margin</a:t>
            </a:r>
            <a:endParaRPr lang="en-US" sz="1300" dirty="0"/>
          </a:p>
        </p:txBody>
      </p:sp>
      <p:pic>
        <p:nvPicPr>
          <p:cNvPr id="4" name="Image 0" descr="/home/claude/Ecommerce-Sales-Analytics/images/discount_impa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Power BI Executive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</a:rPr>
              <a:t>Full build guide with DAX measures in dashboard/PowerBI_Build_Guide.md</a:t>
            </a:r>
            <a:endParaRPr lang="en-US" sz="1250" dirty="0"/>
          </a:p>
        </p:txBody>
      </p:sp>
      <p:pic>
        <p:nvPicPr>
          <p:cNvPr id="4" name="Image 0" descr="/home/claude/Ecommerce-Sales-Analytics/presentation/dashboard_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42448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Key Business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3152" cy="9601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Discount discipline is the #1 lever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Orders discounted 40%+ average a -109% profit margin -- every one is a loss.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73152" cy="96012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Furniture is structurally thin-margin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Tables and Bookcases post negative profit overall, driven by heavy discounting.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73152" cy="960120"/>
          </a:xfrm>
          <a:prstGeom prst="rect">
            <a:avLst/>
          </a:prstGeom>
          <a:solidFill>
            <a:srgbClr val="3AA6A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Technology is the profit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Copiers and Accessories deliver the strongest, most reliable margins.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73152" cy="96012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Revenue concentrates in top customers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The top spend quartile drives a disproportionate share of total revenue.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</a:rPr>
              <a:t>Full 30-insight report: reports/business_insights.md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Recommendations for Leadership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Cap standard discounts at 20%; route anything higher through finance sign-off.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Re-price or delist chronically loss-making SKUs in Tables and Bookcases.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2918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Double down on Technology (Copiers, Accessories) with marketing &amp; inventory priority.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251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Launch a win-back campaign for customers inactive 90+ days, before the 180-day risk mark.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52120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EEEE"/>
                </a:solidFill>
              </a:rPr>
              <a:t>Move budgeting from flat monthly targets to seasonally-indexed quarterly targets.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Tech Stack &amp; Repository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777240"/>
          </a:xfrm>
          <a:prstGeom prst="roundRect">
            <a:avLst>
              <a:gd name="adj" fmla="val 58824"/>
            </a:avLst>
          </a:prstGeom>
          <a:solidFill>
            <a:srgbClr val="F7F7F7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Python (pandas, NumPy)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51960" y="1463040"/>
            <a:ext cx="3383280" cy="777240"/>
          </a:xfrm>
          <a:prstGeom prst="roundRect">
            <a:avLst>
              <a:gd name="adj" fmla="val 58824"/>
            </a:avLst>
          </a:prstGeom>
          <a:solidFill>
            <a:srgbClr val="F7F7F7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14630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Matplotlib &amp; Seaborn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0" y="1463040"/>
            <a:ext cx="3383280" cy="777240"/>
          </a:xfrm>
          <a:prstGeom prst="roundRect">
            <a:avLst>
              <a:gd name="adj" fmla="val 58824"/>
            </a:avLst>
          </a:prstGeom>
          <a:solidFill>
            <a:srgbClr val="F7F7F7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4630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MySQL 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383280" cy="777240"/>
          </a:xfrm>
          <a:prstGeom prst="roundRect">
            <a:avLst>
              <a:gd name="adj" fmla="val 58824"/>
            </a:avLst>
          </a:prstGeom>
          <a:solidFill>
            <a:srgbClr val="F7F7F7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Power BI + DAX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3383280" cy="777240"/>
          </a:xfrm>
          <a:prstGeom prst="roundRect">
            <a:avLst>
              <a:gd name="adj" fmla="val 58824"/>
            </a:avLst>
          </a:prstGeom>
          <a:solidFill>
            <a:srgbClr val="F7F7F7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468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Git &amp; GitHub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468880"/>
            <a:ext cx="3383280" cy="777240"/>
          </a:xfrm>
          <a:prstGeom prst="roundRect">
            <a:avLst>
              <a:gd name="adj" fmla="val 58824"/>
            </a:avLst>
          </a:prstGeom>
          <a:solidFill>
            <a:srgbClr val="F7F7F7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468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python-pptx / pptxgenjs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Repository Structure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 src/  sql/  dashboard/  images/  reports/  presentation/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· requirements.txt · .gitignore · LICENSE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github.com/&lt;your-username&gt;/Ecommerce-Sales-Analytics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E-Commerce Sales &amp; Customer Analytics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Full code, SQL, dashboard guide, and reports available on GitHub.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2026-07-24T19:32:42Z</dcterms:created>
  <dcterms:modified xsi:type="dcterms:W3CDTF">2026-07-24T19:32:42Z</dcterms:modified>
</cp:coreProperties>
</file>